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6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大家好，欢迎来到ComfyUI Omni-Controller的世界。今天，我们将一起探索一个能够彻底改变您创作方式的强大工具。它不仅仅是一个插件，更是ComfyUI的全能交响指挥家，赋予您前所未有的控制力，去掌控无限的AI创作可能。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都热爱ComfyUI的强大，但我们也深受其苦。重复的点击、复杂的环境配置、混乱的工作流管理，以及缺乏智能化的操作，这些都像无形的枷锁，束缚着我们的创造力。我们仿佛被困在一座由节点和连接线构成的庞大迷宫中，每一次创作都伴随着挣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我们的愿景，是让创作者从工具的使用者，转变为世界的创造者。我们希望将ComfyUI升级为一个可编程、可自动化、可智能化的平台。而实现这一愿景的核心，就是ComfyUI Omni-Controller。它将成为您的指挥家，打破束缚，让您真正专注于想象力的驰骋。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Omni-Controller究竟是什么？它是ComfyUI生态中最全面的命令行与自动化控制工具。你可以把它想象成ComfyUI的中枢神经系统，一个一站式解决方案，覆盖了从安装、配置到执行、管理的全生命周期。无论你是开发者还是设计师，它都能满足你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mni-Controller的核心创新在于其双模式设计。脚本模式，为开发者提供了构建复杂自动化工作流的强大能力；而CLI模式，则为设计师提供了简洁高效的交互体验。最棒的是，这两种模式无缝衔接，共享所有数据，让你可以灵活切换，高效创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首先是“创世之手”功能。它赋予你完整的生命周期管理能力。从一键安装ComfyUI，到智能启动和停止，再到全面的环境诊断和无缝更新，Omni-Controller让你能轻松从无到有，创造并掌控一个完美的ComfyUI环境。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“时空织机”。它彻底改变了工作流的执行方式。无论是UI格式还是API格式，Omni-Controller都能轻松处理。你可以批量执行任务，并通过WebSocket实时监控每一个节点的进度，就像拥有了透视未来的能力。结构化的NDJSON输出更是为自动化和AI集成铺平了道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智慧之心”是Omni-Controller最令人兴奋的功能之一。它让ComfyUI拥有了理解和创造工作流的能力。你可以深度分析现有工作流，也可以用自然语言直接描述你的需求，让AI为你自动生成一个完整的、包含LoRA、ControlNet等复杂结构的工作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“万物之库”。它将混乱的节点和模型管理变得井然有序。你可以轻松管理所有自定义节点，系统会智能匹配模型，甚至一键修复缺失的依赖。环境快照功能更让你可以在不同项目环境间自由切换，告别配置烦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深入引擎核心，看看Omni-Controller的技术亮点。首先是“智能模型匹配”。它采用多级匹配策略，能够智能忽略文件名的大小写和量化后缀，甚至通过关键词进行模糊搜索。这意味着你再也不用担心模型文件名的微小差异导致工作流失败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第二个亮点是“WebSocket实时监听”。它将ComfyUI的执行过程从一个黑盒变成了透明的玻璃盒。你可以实时获取从任务排队到每个节点执行进度的所有事件，精细到节点的监控让调试变得前所未有的简单。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第三个亮点是“NDJSON结构化输出”。这是一种与未来对话的语言。通过标准化的JSON格式输出执行日志，任何自动化脚本或AI Agent都能轻松理解和解析ComfyUI的执行状态。这是实现真正AI驱动创作的关键一步。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是最具梦幻感的功能——“高级工作流组装”。你只需用自然语言描述，比如“生成一张动漫风格图片并应用LoRA”，Omni-Controller就能像玩乐高积木一样，自动为你搭建好包含所有复杂节点和连接的完整工作流，你无需关心任何技术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如何开启你的创世之旅呢？非常简单。通过几个简洁的命令，你就可以完成环境检查、一键安装ComfyUI、启动服务器、执行工作流，最后优雅地停止。整个过程清晰、高效，让你瞬间就能感受到Omni-Controller的强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Omni-Controller的征途是星辰大海。我们致力于构建一个持续进化的生态，并提供完善的开发指南鼓励社区贡献。我们真诚地邀请每一位用户加入我们的社区，分享经验，提出建议，与我们一同塑造ComfyUI的未来。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感谢大家的聆听。ComfyUI Omni-Controller将是您探索AI创作无限边界的得力助手。让我们携手共创，共同开启一个更高效、更智能的创作新时代。谢谢！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2.sv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svg"/><Relationship Id="rId8" Type="http://schemas.openxmlformats.org/officeDocument/2006/relationships/image" Target="../media/image59.png"/><Relationship Id="rId7" Type="http://schemas.openxmlformats.org/officeDocument/2006/relationships/image" Target="../media/image58.svg"/><Relationship Id="rId6" Type="http://schemas.openxmlformats.org/officeDocument/2006/relationships/image" Target="../media/image57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2.svg"/><Relationship Id="rId10" Type="http://schemas.openxmlformats.org/officeDocument/2006/relationships/image" Target="../media/image61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3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ComfyUI Omni-Controller</a:t>
            </a:r>
            <a:endParaRPr lang="en-US" sz="11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191000" y="4318000"/>
            <a:ext cx="3810000" cy="25400"/>
          </a:xfrm>
          <a:prstGeom prst="roundRect">
            <a:avLst>
              <a:gd name="adj" fmla="val 0"/>
            </a:avLst>
          </a:prstGeom>
          <a:solidFill>
            <a:srgbClr val="00F0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掌控无限可能：ComfyUI 的全能</a:t>
            </a:r>
            <a:r>
              <a:rPr lang="zh-CN" alt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自动化管理</a:t>
            </a:r>
            <a:r>
              <a:rPr lang="zh-CN" alt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</a:t>
            </a:r>
            <a:endParaRPr lang="zh-CN" altLang="en-US" sz="2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以核心之力，编织AI创作的每一缕光线，让灵感在指尖精准回响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14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黎明前的混沌：创作者的困境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ComfyUI 作为 Stable Diffusion 领域最强大的节点式创作工具，为我们打开了通往无限想象世界的大门。然而，随着创造力的边界不断拓展，创作者们也日益感受到来自工具本身的束缚，在无限可能中逐渐迷失方向。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304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30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49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429000"/>
            <a:ext cx="425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重复性劳动的枷锁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手动点击、调整参数与漫长等待，在批量处理或参数探索时效率极低，大量时间被消耗在机械操作中，而非核心的创意构思。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330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3429000"/>
            <a:ext cx="425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环境配置的迷航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安装节点、管理依赖与解决冲突的过程堪比探险，任何微小的版本变动或插件冲突，都可能导致整个系统崩溃，阻碍创作进程。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889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8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016500"/>
            <a:ext cx="425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工作流管理的混乱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项目文件增多、格式不一、参数繁杂，工作流的分享、复用与版本回溯困难重重，难以沉淀有效的创作经验。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889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508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5016500"/>
            <a:ext cx="425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智能与自动化的缺失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无法用自然语言直接传达创作想法，也难以让工具自动分析需求、生成优化流程，创意与落地之间始终隔着一道人工操作的鸿沟。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黎明前的混沌：我们的愿景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我们坚信，真正的创造力不应被工具的复杂性所阻碍。创作者应当成为世界的主宰，而非工具的奴隶。我们的征途，是从被动的工具使用者，蜕变为主动的世界创造者。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76200" cy="1270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3302000"/>
            <a:ext cx="1009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核心愿景：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ComfyUI 从一个被动的执行工具，升级为一个可被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客户端</a:t>
            </a:r>
            <a:r>
              <a:rPr lang="en-US" altLang="zh-CN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智能体接管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编程、自动化、智能化的创造平台，让创意的实现过程如呼吸般自然。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82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016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953000"/>
            <a:ext cx="425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我们需要一位“指挥家” ——</a:t>
            </a:r>
            <a:r>
              <a:rPr lang="en-US" sz="15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ComfyUI Omni-Controller</a:t>
            </a: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，它理解意图，协调节点、模型与插件，将脑海中的交响乐谱精准演奏为现实。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65623">
            <a:off x="5588000" y="5518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4826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5016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4953000"/>
            <a:ext cx="400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打破技术束缚，赋予创作者前所未有的控制力与自由度，让每一个人都能轻松驾驭 ComfyUI 的全部潜能，让创意无界生长。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全能控制器的诞生：重塑你的创作流程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184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ComfyUI 的“中枢神经系统”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84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它不是对 ComfyUI 的替代，而是其力量的延伸与升华。如同强大的中枢，连接并指挥着 ComfyUI 的每一个部分，让复杂的控制逻辑变得井然有序。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2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184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全生命周期的“一站式”解决方案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984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提供从 ComfyUI 的安装、环境配置，到工作流自动化执行，再到节点统一管理的完整闭环支持，让工具管理不再碎片化。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35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459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面向开发者：自动化脚本引擎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20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通过脚本化接口，轻松实现批量任务处理、复杂逻辑编排与第三方系统集成，释放技术潜能，让创作流程自动化、标准化。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35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459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面向设计师：交互式操作界面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520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无需复杂代码，通过直观的交互方式即可掌控全局。专注于创意本身，让工具服务于灵感，而非成为创作的技术门槛。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全能控制器的诞生：双模式设计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Omni-Controller 采用创新的双模式设计，完美融合脚本的自动化能力与命令行的交互便捷性，兼顾效率与灵活性，为不同使用场景提供最优解。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048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12700" cap="flat" cmpd="sng">
            <a:solidFill>
              <a:srgbClr val="00F0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3200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脚本模式 (Script Mode)：自动化基石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380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0005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专为自动化任务和AI Agent调用设计，基于Python脚本实现定时任务、批量生成与系统集成。以灵活可扩展的架构，成为复杂工作流的核心驱动力。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3048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12700" cap="flat" cmpd="sng">
            <a:solidFill>
              <a:srgbClr val="00F0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23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200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 模式：交互的艺术，极简高效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540508" y="380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40005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typer 框架打造直观的命令行界面，通过 `comfy run` 等极简指令即可完成复杂操作。简洁、高效且易于上手，让交互回归纯粹的本质。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892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8166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双模式共享同一套配置、工作空间与 ComfyUI 实例，数据完全互通，实现从自动化编排到即时交互的无缝协作，让创意流转零阻碍。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核心功能：创世之手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1124" b="21124"/>
          <a:stretch>
            <a:fillRect/>
          </a:stretch>
        </p:blipFill>
        <p:spPr>
          <a:xfrm>
            <a:off x="762000" y="2032000"/>
            <a:ext cx="3302000" cy="3302000"/>
          </a:xfrm>
          <a:prstGeom prst="rect">
            <a:avLst/>
          </a:prstGeom>
          <a:noFill/>
          <a:ln w="25400" cap="flat" cmpd="sng">
            <a:solidFill>
              <a:srgbClr val="00F0FF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588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正如“创生之柱”孕育恒星，Omni-Controller 赋予你从虚无中创造完美 AI 环境的力量，掌控每一个细节。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2476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953000" y="1968500"/>
            <a:ext cx="647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</a:t>
            </a:r>
            <a:r>
              <a:rPr lang="en-US" sz="16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完整生命周期管理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，从一片虚无中创造出完美的 ComfyUI 环境，并随时优雅地掌控其生死与进化。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3302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0" y="349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88000" y="3454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一键极速安装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6370">
            <a:off x="5143515" y="3930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143500" y="4038600"/>
            <a:ext cx="273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BEB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自动识别硬件环境，无感完成 GPU 或 CPU 版本的 ComfyUI 及依赖库部署。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18500" y="3302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3492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953500" y="3454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智能启动与停止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6370">
            <a:off x="8509015" y="3930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509000" y="4038600"/>
            <a:ext cx="273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BEB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支持前台/后台模式灵活切换，提供优雅停止机制，确保进程和数据安全无损。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0" y="4953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3500" y="5143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588000" y="5105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全维度环境诊断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6370">
            <a:off x="5143515" y="558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143500" y="5689600"/>
            <a:ext cx="273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BEB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自动检测 Python、CUDA、GPU 驱动及模型状态，生成可视化健康报告与修复建议。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4953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000" y="5143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953500" y="5105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核心与节点无缝更新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6370">
            <a:off x="8509015" y="558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509000" y="5689600"/>
            <a:ext cx="273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BEB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一键同步官方核心更新，自动维护所有自定义节点，保持环境始终处于最新状态。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核心功能：时空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</a:t>
            </a:r>
            <a:endParaRPr lang="zh-CN" altLang="en-US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将工作流的执行从手动点击，升级为精确、高效、可监控的自动化流程，赋予系统“透视”任务全生命周期的能力。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048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302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1750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双格式兼容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自动识别并智能转换ComfyUI的UI格式和API格式工作流，消除格式壁垒，让不同来源的工作流都能无缝接入系统执行。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3048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302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02500" y="31750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批量执行任务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支持通过脚本或命令行接口，轻松调度成百上千个工作流并发或串行处理，最大化算力利用率，大幅提升生产效率。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80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9530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实时进度监听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基于WebSocket技术建立长连接，实时拉取每个节点的执行进度、状态变更与最终结果，让任务运行过程可视化、可追溯。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865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5080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49530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结构化日志输出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统一以NDJSON格式输出完整执行日志，标准化的数据结构便于自动化脚本分析、归档，也为AI Agent的后续处理提供了完美接口。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核心功能：智慧之心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 ComfyUI 理解和创造工作流的能力，让 AI 成为你最得力的工作流助手。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F0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23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3200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深度分析：解构工作流内核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046">
            <a:off x="952508" y="380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937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深入剖析任何工作流的内部结构，清晰展示节点功能、参数设置和复杂的连接关系，让逻辑一目了然。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048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23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3200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资源库构建：智能资产沉淀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6413508" y="380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13500" y="3937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自动扫描并分析本地所有工作流文件，构建结构化、可检索的智能资源库，让历史资产轻松复用。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80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87500" y="50419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自然语言生成：以言为图，所想即得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952508" y="564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52500" y="5715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无需繁琐配置，用日常语言描述需求，Omni-Controller 即可从零构建完整、可执行的工作流。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889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5080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50419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复杂结构组装：驾驭高阶模型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046">
            <a:off x="6413508" y="564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413500" y="5715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轻松构建包含 LoRA 叠加、ControlNet 控制、高清修复与放大链的复杂工作流，释放模型全部潜力。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1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核心功能：万物之库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将ComfyUI的插件和模型生态系统，变成一个井然有序、随取随用的武器库，让创意探索不再受限于繁琐的配置管理。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175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36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32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节点全生命周期管理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393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064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安装、卸载、更新、启用、禁用自定义节点，所有操作集中管控，让插件生态始终保持井然有序的状态。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3175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36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332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智能模型匹配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540508" y="393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4064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自动扫描本地模型文件，智能识别并匹配最合适的运行模型，完美兼容各类量化后缀，无需手动干预路径。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105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一键依赖修复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167">
            <a:off x="1016008" y="570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58166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自动解析工作流所需的节点、模型与依赖组件，检测缺失项后一键触发下载与安装，大幅降低环境配置门槛。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86500" y="4953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5143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75500" y="5105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环境快照与快速切换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167">
            <a:off x="6540508" y="570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540500" y="58166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随时保存当前节点、模型与环境的完整配置快照，支持一键恢复，让你在不同项目环境间无缝穿梭，告别冲突。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技术亮点：超越表象的慧眼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传统工作流对模型名称的严苛限制，常因微小差异导致匹配失败。Omni-Controller 突破这一瓶颈，以灵活的智能匹配策略，让模型调用更顺畅、更包容。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429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精确匹配：基础保障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优先校验完全一致的模型名称，作为匹配的基准，确保核心模型调用的绝对准确性与稳定性。</a:t>
            </a:r>
            <a:endParaRPr lang="en-US" sz="13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330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3429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忽略大小写：兼容容错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智能识别并统一大小写差异，无论是“model.safetensors”还是“Model.SAFETENSORS”，均能正确匹配，消除人为输入误差。</a:t>
            </a:r>
            <a:endParaRPr lang="en-US" sz="13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889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8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0165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忽略量化后缀：灵活适配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自动过滤“_fp16”、“_Q4_K_S”等量化标识，聚焦模型本体，让不同量化版本的模型也能无缝被系统识别与调用。</a:t>
            </a:r>
            <a:endParaRPr lang="en-US" sz="13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889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08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50165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关键词与置信度评估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支持关键词模糊搜索，同时对匹配结果进行智能置信度打分，在提升匹配成功率的同时，保障替换的准确性与安全性。</a:t>
            </a:r>
            <a:endParaRPr lang="en-US" sz="13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技术亮点：时空涟漪的捕捉者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传统的API调用是“黑盒”操作，无法获知任务在服务器端的具体进展。Omni-Controller 通过 WebSocket 技术，将这个“黑盒”完全透明化，让每一个计算步骤都清晰可见。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316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556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74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708400"/>
            <a:ext cx="248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实时事件流推送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566">
            <a:off x="952513" y="4375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4572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从任务入队、节点执行到最终完成，全生命周期的事件以毫秒级速度实时推送，让执行进度如流水般直观呈现。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3556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3746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68900" y="3708400"/>
            <a:ext cx="248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精细到节点的监控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566">
            <a:off x="4597413" y="4375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97400" y="4572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精准定位当前运行的具体节点（如KSampler），并实时反馈执行进度百分比，让复杂的计算过程不再是不可知的盲区。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3556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374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13800" y="3708400"/>
            <a:ext cx="248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即时故障定位反馈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566">
            <a:off x="8242313" y="4375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42300" y="4572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一旦流程发生异常，系统立即锁定出错节点并返回详细日志，无需漫长等待，大幅缩短调试周期，提升开发效率。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0F0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6045200"/>
            <a:ext cx="1028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核心价值：将不可见的服务器端执行过程，转化为可视化、可交互的实时数据流，重塑 AI 工作流的可控性。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技术亮点：与未来对话的语言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NDJSON 结构化输出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33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为了让自动化脚本和 AI Agent 能够理解 ComfyUI 的执行过程，Omni-Controller 的 CLI 模式提供了标准化的 NDJSON（Newline Delimited JSON）输出。这种格式以换行分隔 JSON 对象，兼顾了可读性与机器解析效率。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207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397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5334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结构化的输出让第三方程序可轻松解析执行状态、提取结果与处理错误，是打通自动化工作流、实现真正 AI 驱动创作的核心基石。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89738">
            <a:off x="4349750" y="4152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731000" y="2032000"/>
            <a:ext cx="4699000" cy="3175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12700" cap="flat" cmpd="sng">
            <a:solidFill>
              <a:srgbClr val="00F0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921500" y="21844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175500" y="21844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429500" y="21844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731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858000" y="2794000"/>
            <a:ext cx="444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{"event": "</a:t>
            </a:r>
            <a:r>
              <a:rPr lang="en-US" sz="13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queued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", "data": {"prompt_id": "abc123"}}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{"event": "</a:t>
            </a:r>
            <a:r>
              <a:rPr lang="en-US" sz="13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node_executing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", "data": {"node": "KSampler"}}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{"event": "</a:t>
            </a:r>
            <a:r>
              <a:rPr lang="en-US" sz="13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node_progress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", "data": {"progress": 0.5}}}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{"event": "</a:t>
            </a:r>
            <a:r>
              <a:rPr lang="en-US" sz="13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completed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", "data": {"outputs": [...]}}}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731000" y="5461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通过标准化的事件流输出，系统状态完全透明，不仅支持实时监控，更为 AI Agent 提供了精准的决策依据，实现了工具与智能体的无缝协作。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技术亮点：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</a:t>
            </a: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积木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</a:t>
            </a:r>
            <a:endParaRPr lang="zh-CN" altLang="en-US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这是Omni-Controller最具梦幻感的功能之一。它允许你像玩乐高积木一样，用自然语言描述需求，系统即可自动搭建包含复杂节点与连接的完整AI创作流程，彻底解放技术细节的束缚。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55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530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基础架构库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445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内置文生图、图生图、文生视频、图像放大等核心基础模块，构建功能完备的底层积木池，满足多样化的生成需求。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302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556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3530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智能组件装配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4318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自动插入LoRA、ControlNet等进阶节点，构建完整放大链与双采样器高清修复结构，将复杂的参数配置转化为“即点即用”的模块。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302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3556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3530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拓扑自动布线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4445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无需手动连接，系统自动完成节点的拓扑排序与逻辑布线，确保工作流的正确性与最优执行顺序，让创作更流畅。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0F0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6045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核心价值：让AI创作从“代码与参数的堆砌”回归到“创意与灵感的表达”，实现真正的自然语言驱动工作流。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开启你的创世之旅：快速上手指南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释放Omni-Controller的力量，只需简单几步，即可从环境检查到执行工作流，完成你的AI创世首秀。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946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环境检查与唤醒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566">
            <a:off x="952513" y="3486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6195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1400" b="0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 env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命令，自动诊断系统环境，确保软硬件配置就绪。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794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298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29200" y="2946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创世：安装ComfyUI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566">
            <a:off x="4584713" y="3486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84700" y="36195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</a:t>
            </a:r>
            <a:r>
              <a:rPr lang="en-US" sz="1400" b="0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 install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，一键部署ComfyUI核心与依赖，开启GPU加速支持。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26400" y="2794000"/>
            <a:ext cx="34036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900" y="298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61400" y="2946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启动：点燃引擎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444">
            <a:off x="8216913" y="3486150"/>
            <a:ext cx="302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16900" y="36195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1400" b="0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 launch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，在后台静默启动服务，随时准备响应你的创作指令。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572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762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4724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创作：执行你的第一个工作流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929">
            <a:off x="952508" y="5264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52500" y="5397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400" b="0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 run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调用工作流文件，系统自动解析并执行，让创意代码化身为视觉奇迹。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59500" y="4572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762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94500" y="4724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落幕：优雅地停止服务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8929">
            <a:off x="6350008" y="5264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350000" y="5397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完成创作后，使用</a:t>
            </a:r>
            <a:r>
              <a:rPr lang="en-US" sz="1400" b="0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 stop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即可安全关闭服务，释放系统资源，让流程始于科技，终于优雅。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4565" r="-4565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星辰大海的征途：未来与社区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ComfyUI Omni-Controller 的旅程才刚刚开始，我们期待与每一位探索者并肩，将创意的星光汇聚成璀璨的银河。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53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92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3149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持续进化的生态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380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064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我们提供完善的开发指南，鼓励社区开发者贡献新的脚本和CLI命令。每一个人的智慧都将汇聚成推动工具不断进化的动力，让创意的边界无限延伸。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92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00F0FF">
              <a:alpha val="8000"/>
            </a:srgbClr>
          </a:solidFill>
          <a:ln w="12700" cap="flat" cmpd="sng">
            <a:solidFill>
              <a:srgbClr val="00F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17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149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共建未来的社区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540508" y="380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4064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最强大的工具诞生于最活跃的社区。欢迎加入QQ群 336439290，分享你的经验与奇思妙想，提出宝贵建议，与全球爱好者一同塑造ComfyUI的无限可能。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8166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每一个社区成员，都是这片星海中不可或缺的光芒。 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25400"/>
          </a:xfrm>
          <a:prstGeom prst="roundRect">
            <a:avLst>
              <a:gd name="adj" fmla="val 0"/>
            </a:avLst>
          </a:prstGeom>
          <a:solidFill>
            <a:srgbClr val="00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08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携手共创，探索AI创作的无限边界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889000"/>
          </a:xfrm>
          <a:prstGeom prst="roundRect">
            <a:avLst>
              <a:gd name="adj" fmla="val 0"/>
            </a:avLst>
          </a:prstGeom>
          <a:solidFill>
            <a:srgbClr val="00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594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6500" y="58674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作者：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liuhongxiang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14074">
            <a:off x="4064000" y="6153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5943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58674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交流群：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336439290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14074">
            <a:off x="7620000" y="6153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0" y="5943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58674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项目：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comfyui-omni-controller (GitHub)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4842</Words>
  <Application>WPS 演示</Application>
  <PresentationFormat/>
  <Paragraphs>257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ComfyUI Omni-Controller</dc:title>
  <dc:creator>liuhongxiang-刘鸿祥</dc:creator>
  <dc:description>QQ群;336439290</dc:description>
  <dc:subject>ComfyUI Omni-Controller</dc:subject>
  <cp:lastModifiedBy>15910</cp:lastModifiedBy>
  <cp:revision>11</cp:revision>
  <dcterms:created xsi:type="dcterms:W3CDTF">2026-06-03T22:42:00Z</dcterms:created>
  <dcterms:modified xsi:type="dcterms:W3CDTF">2026-07-10T16:41:55Z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{"Label":"1","ContentProducer":"001191110102MACQD9K64010000","ProduceID":"7647302379885382636","ReservedCode1":"","ContentPropagator":"","PropagateID":"","ReservedCode2":""}</vt:lpwstr>
  </property>
  <property fmtid="{D5CDD505-2E9C-101B-9397-08002B2CF9AE}" pid="3" name="ICV">
    <vt:lpwstr>7F448B258EA242098D82BA2EE3EED023</vt:lpwstr>
  </property>
  <property fmtid="{D5CDD505-2E9C-101B-9397-08002B2CF9AE}" pid="4" name="KSOProductBuildVer">
    <vt:lpwstr>2052-11.8.2.12089</vt:lpwstr>
  </property>
</Properties>
</file>